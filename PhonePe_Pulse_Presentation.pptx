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PhonePe Pulse Data Visualization &amp;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LabMentix Data Science Internship Project</a:t>
            </a:r>
          </a:p>
          <a:p>
            <a:r>
              <a:t>Developed by Nikhil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To provide clear insights into PhonePe transaction data (2018-2024).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Stack:</a:t>
            </a:r>
          </a:p>
          <a:p>
            <a:r>
              <a:t>- Python, Pandas, SQLite</a:t>
            </a:r>
          </a:p>
          <a:p>
            <a:r>
              <a:t>- Streamlit for Frontend/Dashboard</a:t>
            </a:r>
          </a:p>
          <a:p>
            <a:r>
              <a:t>- Plotly for Interactive Graphics</a:t>
            </a:r>
          </a:p>
          <a:p>
            <a:r>
              <a:t>- Scikit-learn for ML Forecasting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Pipeline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Extract: Git-cloned raw PhonePe repository.</a:t>
            </a:r>
          </a:p>
          <a:p>
            <a:r>
              <a:t>2. Transform: JSON processing to CSV/DF.</a:t>
            </a:r>
          </a:p>
          <a:p>
            <a:r>
              <a:t>3. Load: SQLite database integration (phonepe_pulse.db).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Modules:</a:t>
            </a:r>
          </a:p>
          <a:p>
            <a:r>
              <a:t>- 🌍 Geographical Heatmaps</a:t>
            </a:r>
          </a:p>
          <a:p>
            <a:r>
              <a:t>- 📊 Yearly &amp; Quarterly Trends</a:t>
            </a:r>
          </a:p>
          <a:p>
            <a:r>
              <a:t>- 🤝 Insurance Analysis</a:t>
            </a:r>
          </a:p>
          <a:p>
            <a:r>
              <a:t>- 🔮 ML-powered Growth Predictions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Forecasting (ML)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a Random Forest Regressor to predict Transaction Amount for any State/Quarter/Year combo.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Hosted on: Streamlit Community Cloud</a:t>
            </a:r>
          </a:p>
          <a:p>
            <a:r>
              <a:t>Access URL: https://viraj357-phonepay-app-jokpqy.streamlit.app/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the end-to-end data lifecycle: from raw data extraction to interactive web visualization.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